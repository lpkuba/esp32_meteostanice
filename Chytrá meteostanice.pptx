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E7BF73-E42E-461C-92E7-E0F08B150A86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F1230-5780-45E0-856B-E7565B094F5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50822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F1230-5780-45E0-856B-E7565B094F55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2085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55251E-0744-CB3E-98A1-304E95FB9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508FE49-67D5-62D9-F889-60AE58EB0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C6675EF-63B3-900F-5D5A-6402CCA46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74ACD-738C-47F8-AC8E-49F835E12F2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31AFBFB-8965-1E1F-7D4E-06ABA8BF2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AD3529C-DC22-0F4F-7505-C752800C5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BA1A-3B5D-4217-B2DA-94CD789D44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1920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EC4E4F-56B5-A1B9-53D5-D119B28E4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AC763B-3F72-2CD5-65D2-9A85317EE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3D8E52B-15DB-D67A-B70E-92503EA3C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74ACD-738C-47F8-AC8E-49F835E12F2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F9B27E6-1AA8-C362-9FE5-31243F1D8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C8D188E-2DD5-8211-D453-B92890B9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BA1A-3B5D-4217-B2DA-94CD789D44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57177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3F674A-ECC6-E51E-B16E-2D0B616F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79E4DE4-CF02-DB97-B5F2-9184847C5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B9112F5-4580-A861-0B92-AF9562A22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74ACD-738C-47F8-AC8E-49F835E12F2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26A7583-0D92-C914-416E-3F6C783A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D3EC6E1-343E-2BB7-3B2C-B9629A91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BA1A-3B5D-4217-B2DA-94CD789D44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12729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687A7B-602C-7D22-81FA-48B70CDB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CC676EC-EE7D-A5BC-5F57-3D6CA4A0A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BA28614-9417-062B-AE84-7CE063D0E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D99864E-F50A-A871-ADA1-1FC3CE429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74ACD-738C-47F8-AC8E-49F835E12F2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A34C934-D22E-9779-85F5-26807BC42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15E68CC-9A2E-3DA0-12E8-3654A124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BA1A-3B5D-4217-B2DA-94CD789D44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790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EAE4C2-5EF2-10CE-3ABE-8380F86C2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8BA6858-9AFA-1E2E-ED66-C2CD62880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5A693EC-E06E-9164-EAE0-8885B524D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F4F074E7-0F93-3580-924B-9A2226003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3524B41-8EC6-7F41-D1BB-1632E7093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17E6C904-FCCA-0021-CD6A-E43A832A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74ACD-738C-47F8-AC8E-49F835E12F2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39ED75A6-5756-6925-A30B-670761F58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F2407573-0DCD-31F6-8E13-8026E334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BA1A-3B5D-4217-B2DA-94CD789D44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07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9D5963-D4E2-F0CF-5603-F27EA921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83C83E4-F059-F1C3-8BF3-7187034D0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74ACD-738C-47F8-AC8E-49F835E12F2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4448EA9-F5C6-83A7-1088-0D91A1A20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381A9AA-3848-842B-02E7-F7994B2D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BA1A-3B5D-4217-B2DA-94CD789D44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03154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74D25CD-F636-FB58-F1D8-A1961A01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74ACD-738C-47F8-AC8E-49F835E12F2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775CC918-E418-73CB-AF5C-5B1F6F04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8890511-3C69-0A44-27AD-7574413FB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BA1A-3B5D-4217-B2DA-94CD789D44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425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9223DB-B8C9-3926-99BE-F9F706B8A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52E5C3-96D5-4D1D-F4F7-BCC03B22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3D697EA-932A-898D-AB63-D7C4B23E4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9D8AC60-9C1E-4EB6-6851-5700557C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74ACD-738C-47F8-AC8E-49F835E12F2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9A6CF89-207E-E11E-712A-6E4117353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A880537-6FF7-05FF-9E3E-AEF0C2F4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BA1A-3B5D-4217-B2DA-94CD789D44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1836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C7D9CA-76F3-9847-6A18-F5C51727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526A524-3302-9F50-7F94-FC05D89DE4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3CA1460-09FB-A23A-9AEE-723402CAC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769FD8A-1316-EE8D-7598-073A46AB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74ACD-738C-47F8-AC8E-49F835E12F2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D6809A1-6F1B-213E-7083-0E6850206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4D9B880-AF50-0E04-45C4-F30C7550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BA1A-3B5D-4217-B2DA-94CD789D44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2493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5E6A3F-08F6-FB7C-0566-09AC4216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CD177D0-926B-B3F0-F4CA-9374F53D5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A0EBA69-19F6-452C-0FCD-F6E62F0A1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74ACD-738C-47F8-AC8E-49F835E12F2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C5FB496-7702-AA79-FB61-A5F6D10F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C3158EB-135A-00EF-ED3F-517BB5DB0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BA1A-3B5D-4217-B2DA-94CD789D44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199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201235BD-96A2-056E-25D6-68E2030036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40AF21F-023A-059C-A0F7-58E4D2DD4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12DFFB-FE77-F17C-6C71-6280CAE81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74ACD-738C-47F8-AC8E-49F835E12F2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DFF5A03-09CF-BC53-C21E-850D405A5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895D382-89E1-F6A5-A729-299E5A921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BA1A-3B5D-4217-B2DA-94CD789D44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6294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DDFCF77-50CF-5002-C4FD-34B75BC1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31CF72-FB18-E22B-6F04-1E63B7D4C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6E8F325-8736-2607-7EC0-517D5670C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74ACD-738C-47F8-AC8E-49F835E12F2B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B400454-EF3A-0018-31D0-2D411044A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3B3690D-C1B2-D710-CF56-F94A96693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3BA1A-3B5D-4217-B2DA-94CD789D44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7380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D99F384-74AB-9F08-3556-C19BE4535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cs-CZ" sz="5400" dirty="0">
                <a:solidFill>
                  <a:srgbClr val="FFFFFF"/>
                </a:solidFill>
              </a:rPr>
              <a:t>Chytrá meteostanice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6917E3E-BC29-C08C-69A3-33FC8E47F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cs-CZ" sz="2800" dirty="0">
                <a:solidFill>
                  <a:srgbClr val="FFFFFF"/>
                </a:solidFill>
              </a:rPr>
              <a:t>Radim Svoboda, Jakub </a:t>
            </a:r>
            <a:r>
              <a:rPr lang="cs-CZ" sz="2800" dirty="0" err="1">
                <a:solidFill>
                  <a:srgbClr val="FFFFFF"/>
                </a:solidFill>
              </a:rPr>
              <a:t>Vitvera</a:t>
            </a:r>
            <a:endParaRPr lang="cs-CZ" sz="2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090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9802AA4-7A18-2730-56FE-6120901D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cs-CZ" sz="4800" dirty="0">
                <a:solidFill>
                  <a:srgbClr val="FFFFFF"/>
                </a:solidFill>
              </a:rPr>
              <a:t>Hlavní myšlenka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FE01D23-5D8B-943F-CE49-95971BE26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cs-CZ" sz="3200" dirty="0"/>
              <a:t>Zařízení je určeno pro domácí použití a klade důraz na přehlednost a úsporu energie.</a:t>
            </a:r>
          </a:p>
          <a:p>
            <a:r>
              <a:rPr lang="cs-CZ" sz="3200" dirty="0"/>
              <a:t>Cílem projektu je vytvořit chytrou meteostanici, která kombinuje:</a:t>
            </a:r>
          </a:p>
          <a:p>
            <a:pPr marL="228600" lvl="1">
              <a:spcBef>
                <a:spcPts val="1000"/>
              </a:spcBef>
            </a:pPr>
            <a:r>
              <a:rPr lang="cs-CZ" sz="3200" dirty="0"/>
              <a:t>aktuální počasí a předpověď</a:t>
            </a:r>
          </a:p>
          <a:p>
            <a:pPr marL="228600" lvl="1">
              <a:spcBef>
                <a:spcPts val="1000"/>
              </a:spcBef>
            </a:pPr>
            <a:r>
              <a:rPr lang="pl-PL" sz="3200" dirty="0"/>
              <a:t>odjezdy MHD z vybrané zastávky</a:t>
            </a:r>
          </a:p>
        </p:txBody>
      </p:sp>
    </p:spTree>
    <p:extLst>
      <p:ext uri="{BB962C8B-B14F-4D97-AF65-F5344CB8AC3E}">
        <p14:creationId xmlns:p14="http://schemas.microsoft.com/office/powerpoint/2010/main" val="338268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CCDCA0F-B864-1868-62B6-0BCCB2BFB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cs-CZ" sz="4800" dirty="0">
                <a:solidFill>
                  <a:srgbClr val="FFFFFF"/>
                </a:solidFill>
              </a:rPr>
              <a:t>Komponenty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DEEED8-52FA-8F1F-897E-F488E66A3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cs-CZ" sz="3200" dirty="0"/>
              <a:t>ESP32</a:t>
            </a:r>
          </a:p>
          <a:p>
            <a:r>
              <a:rPr lang="cs-CZ" sz="3200" dirty="0"/>
              <a:t>LCD displej na zobrazení výsledku</a:t>
            </a:r>
          </a:p>
          <a:p>
            <a:r>
              <a:rPr lang="cs-CZ" sz="3200" dirty="0"/>
              <a:t>DHT senzor na měření teploty a vlhkosti</a:t>
            </a:r>
          </a:p>
          <a:p>
            <a:r>
              <a:rPr lang="cs-CZ" sz="3200" dirty="0"/>
              <a:t>Pohybové čidlo</a:t>
            </a:r>
          </a:p>
          <a:p>
            <a:r>
              <a:rPr lang="cs-CZ" sz="3200" dirty="0"/>
              <a:t>3× LED dioda</a:t>
            </a:r>
          </a:p>
          <a:p>
            <a:r>
              <a:rPr lang="cs-CZ" sz="3200" dirty="0"/>
              <a:t>Tlačítka pro přepínání režimů</a:t>
            </a:r>
          </a:p>
        </p:txBody>
      </p:sp>
    </p:spTree>
    <p:extLst>
      <p:ext uri="{BB962C8B-B14F-4D97-AF65-F5344CB8AC3E}">
        <p14:creationId xmlns:p14="http://schemas.microsoft.com/office/powerpoint/2010/main" val="424246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1598B90-40A7-88E4-858D-6C7E310DE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cs-CZ" sz="4800">
                <a:solidFill>
                  <a:srgbClr val="FFFFFF"/>
                </a:solidFill>
              </a:rPr>
              <a:t>Visuální stránka</a:t>
            </a:r>
            <a:endParaRPr lang="cs-CZ" sz="4800" dirty="0">
              <a:solidFill>
                <a:srgbClr val="FFFFFF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08F00D7-BA3C-7D42-8505-CF3A246A8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318197"/>
            <a:ext cx="5672296" cy="3683358"/>
          </a:xfrm>
        </p:spPr>
        <p:txBody>
          <a:bodyPr anchor="ctr">
            <a:normAutofit/>
          </a:bodyPr>
          <a:lstStyle/>
          <a:p>
            <a:r>
              <a:rPr lang="cs-CZ" sz="3200" dirty="0"/>
              <a:t>Zařízení bude mít jednoduchý minimalistický vzhled.</a:t>
            </a:r>
          </a:p>
          <a:p>
            <a:r>
              <a:rPr lang="cs-CZ" sz="3200" dirty="0"/>
              <a:t>Displej zobrazuje počasí a MHD informace.</a:t>
            </a:r>
          </a:p>
          <a:p>
            <a:r>
              <a:rPr lang="cs-CZ" sz="3200" dirty="0"/>
              <a:t>LED diody indikují teplotní rozsah.</a:t>
            </a:r>
          </a:p>
        </p:txBody>
      </p:sp>
      <p:pic>
        <p:nvPicPr>
          <p:cNvPr id="6" name="Obrázek 5" descr="Obsah obrázku text, skica, diagram, kresba&#10;&#10;Obsah generovaný pomocí AI může být nesprávný.">
            <a:extLst>
              <a:ext uri="{FF2B5EF4-FFF2-40B4-BE49-F238E27FC236}">
                <a16:creationId xmlns:a16="http://schemas.microsoft.com/office/drawing/2014/main" id="{67917867-3A6C-0AB5-59BD-4C1BCBD0C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332" y="2318197"/>
            <a:ext cx="5083232" cy="338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92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354DAB2-487C-E3B2-ADED-86B2E1D14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cs-CZ" sz="4800" dirty="0">
                <a:solidFill>
                  <a:srgbClr val="FFFFFF"/>
                </a:solidFill>
              </a:rPr>
              <a:t>Představa o funkčnosti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08FF8AD-B315-5401-FF62-CF299C321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lvl="1"/>
            <a:r>
              <a:rPr lang="cs-CZ" sz="3200" dirty="0"/>
              <a:t>ESP32 se připojuje k Wi-Fi a funguje jako webserver.</a:t>
            </a:r>
          </a:p>
          <a:p>
            <a:pPr lvl="1"/>
            <a:r>
              <a:rPr lang="cs-CZ" sz="3200" dirty="0"/>
              <a:t>Uživatel přes web nastaví zastávku MHD, jednotky teploty a interval přepínání.</a:t>
            </a:r>
          </a:p>
          <a:p>
            <a:pPr lvl="1"/>
            <a:r>
              <a:rPr lang="cs-CZ" sz="3200" dirty="0"/>
              <a:t>Data o počasí a MHD jsou získávána přes API a zobrazena na displeji.</a:t>
            </a:r>
          </a:p>
          <a:p>
            <a:pPr lvl="1"/>
            <a:r>
              <a:rPr lang="cs-CZ" sz="3200" dirty="0"/>
              <a:t>Pohybový senzor vypíná podsvícení při neaktivitě.</a:t>
            </a:r>
          </a:p>
        </p:txBody>
      </p:sp>
    </p:spTree>
    <p:extLst>
      <p:ext uri="{BB962C8B-B14F-4D97-AF65-F5344CB8AC3E}">
        <p14:creationId xmlns:p14="http://schemas.microsoft.com/office/powerpoint/2010/main" val="44444855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137</Words>
  <Application>Microsoft Office PowerPoint</Application>
  <PresentationFormat>Širokoúhlá obrazovka</PresentationFormat>
  <Paragraphs>24</Paragraphs>
  <Slides>5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Motiv Office</vt:lpstr>
      <vt:lpstr>Chytrá meteostanice</vt:lpstr>
      <vt:lpstr>Hlavní myšlenka</vt:lpstr>
      <vt:lpstr>Komponenty</vt:lpstr>
      <vt:lpstr>Visuální stránka</vt:lpstr>
      <vt:lpstr>Představa o funkčnosti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Radim Svoboda</dc:creator>
  <cp:lastModifiedBy>Radim Svoboda</cp:lastModifiedBy>
  <cp:revision>1</cp:revision>
  <dcterms:created xsi:type="dcterms:W3CDTF">2026-01-27T21:06:06Z</dcterms:created>
  <dcterms:modified xsi:type="dcterms:W3CDTF">2026-01-27T21:25:41Z</dcterms:modified>
</cp:coreProperties>
</file>